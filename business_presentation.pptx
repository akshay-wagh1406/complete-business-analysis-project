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Complete Business Analysis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Customer Churn &amp; Sales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High customer churn</a:t>
            </a:r>
            <a:br/>
            <a:r>
              <a:t>• Revenue inconsistency</a:t>
            </a:r>
            <a:br/>
            <a:r>
              <a:t>• Lack of retention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Reduce churn</a:t>
            </a:r>
            <a:br/>
            <a:r>
              <a:t>• Improve customer retention</a:t>
            </a:r>
            <a:br/>
            <a:r>
              <a:t>• Increase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Customer churn dataset</a:t>
            </a:r>
            <a:br/>
            <a:r>
              <a:t>• Sales dataset</a:t>
            </a:r>
            <a:br/>
            <a:r>
              <a:t>• 500+ records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Data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Removed duplicates</a:t>
            </a:r>
            <a:br/>
            <a:r>
              <a:t>• Handled missing values</a:t>
            </a:r>
            <a:br/>
            <a:r>
              <a:t>• Cleaned and standardized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EDA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Churn trends discovered</a:t>
            </a:r>
            <a:br/>
            <a:r>
              <a:t>• Sales performance patterns identified</a:t>
            </a:r>
            <a:br/>
            <a:r>
              <a:t>• Customer behavior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Sales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Regional performance comparison</a:t>
            </a:r>
            <a:br/>
            <a:r>
              <a:t>• Profitability analysis</a:t>
            </a:r>
            <a:br/>
            <a:r>
              <a:t>• Product sales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Customer Churn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High-risk customers identified</a:t>
            </a:r>
            <a:br/>
            <a:r>
              <a:t>• Contract type impacts churn</a:t>
            </a:r>
            <a:br/>
            <a:r>
              <a:t>• Monthly charges influence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Statistical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T-test performed</a:t>
            </a:r>
            <a:br/>
            <a:r>
              <a:t>• Correlation analysis</a:t>
            </a:r>
            <a:br/>
            <a:r>
              <a:t>• Significant findings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Customer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K-Means clustering applied</a:t>
            </a:r>
            <a:br/>
            <a:r>
              <a:t>• Customer groups identified</a:t>
            </a:r>
            <a:br/>
            <a:r>
              <a:t>• Marketing targeting improved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Predictive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Random Forest model built</a:t>
            </a:r>
            <a:br/>
            <a:r>
              <a:t>• Churn prediction performed</a:t>
            </a:r>
            <a:br/>
            <a:r>
              <a:t>• Accuracy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Loyalty rewards</a:t>
            </a:r>
            <a:br/>
            <a:r>
              <a:t>• Personalized marketing</a:t>
            </a:r>
            <a:br/>
            <a:r>
              <a:t>• Long-term customer incentives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KPI tracking dashboard</a:t>
            </a:r>
            <a:br/>
            <a:r>
              <a:t>• Retention campaigns</a:t>
            </a:r>
            <a:br/>
            <a:r>
              <a:t>• Regional marketing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Expected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• Expected 15% churn reduction</a:t>
            </a:r>
            <a:br/>
            <a:r>
              <a:t>• Expected 10% revenue increase projected</a:t>
            </a:r>
            <a:br/>
            <a:r>
              <a:t>• Improved customer 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0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274320"/>
            <a:ext cx="731520" cy="7315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80160"/>
            <a:ext cx="4572000" cy="457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35909" y="1737360"/>
            <a:ext cx="7324185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This project successfully identified major business challenges related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to customer churn and sales performance.</a:t>
            </a:r>
            <a:br>
              <a:rPr dirty="0"/>
            </a:br>
            <a:br>
              <a:rPr dirty="0"/>
            </a:br>
            <a:r>
              <a:rPr dirty="0"/>
              <a:t>Using data analysis, visualization, statistical testing, customer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segmentation, and predictive modeling, valuable insights were 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discovered.</a:t>
            </a:r>
            <a:br>
              <a:rPr dirty="0"/>
            </a:br>
            <a:br>
              <a:rPr dirty="0"/>
            </a:br>
            <a:r>
              <a:rPr dirty="0"/>
              <a:t>The findings suggest that better customer retention strategies, 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personalized marketing, and optimized business decisions can 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significantly improve customer satisfaction, increase revenue, 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and reduce churn.</a:t>
            </a:r>
            <a:br>
              <a:rPr dirty="0"/>
            </a:br>
            <a:br>
              <a:rPr dirty="0"/>
            </a:br>
            <a:r>
              <a:rPr dirty="0"/>
              <a:t>Implementing these recommendations will support long-term </a:t>
            </a:r>
            <a:endParaRPr lang="en-US" dirty="0"/>
          </a:p>
          <a:p>
            <a:pPr>
              <a:defRPr sz="2000">
                <a:solidFill>
                  <a:srgbClr val="334155"/>
                </a:solidFill>
              </a:defRPr>
            </a:pPr>
            <a:r>
              <a:rPr dirty="0"/>
              <a:t>business growth and smarter decision-making.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6126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Business Analytics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350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</dc:creator>
  <cp:keywords/>
  <dc:description>generated using python-pptx</dc:description>
  <cp:lastModifiedBy>AKSHAY WAGH</cp:lastModifiedBy>
  <cp:revision>2</cp:revision>
  <dcterms:created xsi:type="dcterms:W3CDTF">2013-01-27T09:14:16Z</dcterms:created>
  <dcterms:modified xsi:type="dcterms:W3CDTF">2026-05-15T09:04:40Z</dcterms:modified>
  <cp:category/>
</cp:coreProperties>
</file>